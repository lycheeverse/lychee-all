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ikipedia.org" TargetMode="External" /><Relationship Id="rId3" Type="http://schemas.openxmlformats.org/officeDocument/2006/relationships/hyperlink" Target="https://pandoc.org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this is a link: </a:t>
            </a:r>
            <a:r>
              <a:rPr>
                <a:hlinkClick r:id="rId2"/>
              </a:rPr>
              <a:t>https://wikipedia.org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This</a:t>
            </a:r>
            <a:r>
              <a:rPr/>
              <a:t> is another one.</a:t>
            </a:r>
          </a:p>
          <a:p>
            <a:pPr lvl="0" indent="0" marL="0">
              <a:buNone/>
            </a:pPr>
            <a:r>
              <a:rPr/>
              <a:t>And inside text: https://git-scm.com/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